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ADE_DARK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11686032" y="237744"/>
            <a:ext cx="164592" cy="16459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0" y="438912"/>
            <a:ext cx="164592" cy="1645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6327648"/>
            <a:ext cx="11183112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ADE_SECTION">
    <p:bg>
      <p:bgPr>
        <a:solidFill>
          <a:srgbClr val="F97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914400"/>
            <a:ext cx="274320" cy="2743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280160"/>
            <a:ext cx="274320" cy="27432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6" name="Shape 4"/>
          <p:cNvSpPr/>
          <p:nvPr/>
        </p:nvSpPr>
        <p:spPr>
          <a:xfrm>
            <a:off x="11365992" y="5669280"/>
            <a:ext cx="274320" cy="27432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7" name="Shape 5"/>
          <p:cNvSpPr/>
          <p:nvPr/>
        </p:nvSpPr>
        <p:spPr>
          <a:xfrm>
            <a:off x="11000232" y="5303520"/>
            <a:ext cx="274320" cy="27432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[Logo / sprite arcade do AutoSoccer aqui]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5760" y="1325880"/>
            <a:ext cx="11457432" cy="1554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63500" dir="2700000">
              <a:srgbClr val="C2410C">
                <a:alpha val="9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spc="8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AUTOSOCCER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 Criativa: Projetando Sistemas de Informacao — PUCPR 2026/1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88636" y="3703320"/>
            <a:ext cx="2011680" cy="640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77640"/>
            <a:ext cx="1072591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Bruno e Silva</a:t>
            </a:r>
            <a:endParaRPr lang="en-US" sz="18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Stopinski da Silva</a:t>
            </a:r>
            <a:endParaRPr lang="en-US" sz="18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Silva Guligurski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48640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23/06/2026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— 0:20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 o AutoSoccer + problema e contexto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— stack, i18n, batalha, dark mode, dashboard, testes (Lucas S)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 — stack, padroes, Swagger, JWT, procedures, testes (Pedro)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 — git, UML, BDD, CI/CD, monitoring, deploy (Lucas B)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AO VIVO — 4 minutos cronometrados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Metricas finais, licoes aprendidas e perguntas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 O AUTOSOCCER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Auto-battler de futebol — voce monta o time, aplica itens e a simulacao roda em 12 turnos no servidor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full-stack: Next.js 16 + React 19 no front, Fastify 5 + Sequelize + MySQL 8 no back, WebSocket pra streaming da batalha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de jogo: mercado rotativo -&gt; compor time -&gt; aplicar itens -&gt; jogar rodada -&gt; subir ranking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Matchmaking assincrono contra snapshots de times reais filtrados por victory_ratio (RN006)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da tela de batalha em dark mode aqui — print em alta resolucao]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E CONTEXTO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engenharia de software de ponta a ponta — requisitos, arquitetura, modelagem, testes, CI/CD, deploy real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Auto-battler como dominio: tem simulacao deterministica, economia, matchmaking, ranking e snapshots — forca padroes de projeto reais (Strategy, Factory, ErrorHandler)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de 3 com papeis fixos (front, back, infra/QA) — entrega final 23/06 cobrindo RA1 (propor) e RA2 (implementar)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nao trivial: User, Team, Athlete, Item, TeamSnapshot, Campaign, Match, Ability — relacoes 1:N e N:N reais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[Diagrama de contexto C4: front -&gt; API -&gt; MySQL + plugin Railway, com WebSocket separado]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2377440"/>
            <a:ext cx="114574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Stopinski da Silva  •  slides 6-11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FRONT-END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(App Router) + React 19 — Server Components por padrao reduzem JS no cliente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antd 6 como design system com tema arcade customizado via ConfigProvider (token + algorithm)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axios com interceptors: injeta Authorization Bearer e trata 401 globalmente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next-intl 4 para i18n (so funciona em App Router — Pages Router em manutencao)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Next e nao Vite: SSR nativo, layouts aninhados (ThemeProvider sem prop drilling) e otimizacao de fontes/imagens prontos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COM NEXT-INTL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Resolucao em 3 niveis: cookie NEXT_LOCALE -&gt; Accept-Language (com parsing de q-factor) -&gt; defaultLocale pt-BR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namespaces (auth, common, home, game, battle, ranking, profile, errors, validation) — paridade garantida por script no CI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server usam getTranslations(); client usam useTranslations() — mesma API, contextos diferentes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LanguageSwitcher grava cookie e da window.location.reload() pra re-renderizar com mensagens novas do servidor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do LanguageSwitcher trocando PT -&gt; EN na mesma tela]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DA BATALHA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unificado (titulo + placar + turno) + sidebar de logs verticais + campo 6x3 com bola animada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via WebSocket: POST /match/play devolve matchId, hook useBattleStream abre wss://host/ws/battle/:matchId?token=&lt;jwt&gt; e recebe 12 turnos com sleep de 800ms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animada via CSS transitions seguindo as coordenadas de cada TurnEvent — sem framework de animacao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Maquina de estados: idle -&gt; connecting -&gt; streaming -&gt; finished (com fallback local de setInterval se WS falhar)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da tela de batalha com bola em movimento + logs verticais visiveis]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 + RESPONSIVIDADE + WCAG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persiste em cookie NEXT_THEME lido server-side no layout.tsx — chega no &lt;html data-theme="dark"&gt; antes do React montar (zero FOUC)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AntdProvider observa data-theme via MutationObserver e troca em runtime entre defaultAlgorithm e darkAlgorithm do antd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vars duplas em globals.css (:root light + :root[data-theme="dark"]) — Button, Input, Modal e Select respondem ao tema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arcade preservada no dark: laranja #f97316, campo verde, trofeu dourado mantidos hardcoded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lado a lado: mesma tela em light e dark mode]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COM GRAFICOS NO RANKING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 /ranking com podium dos top 3, lista paginada e painel de metricas pessoais do jogador logado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chart de win rate (verde sucesso x vermelho derrota) renderizado via conic-gradient puro (sem lib extra)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de metricas: vitorias, derrotas, taxa de vitoria, posicao atual no ranking + grid responsivo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/ranking devolve lista global; /auth/me agrega metricas do usuario (joins agregados em SQL)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do dashboard /ranking em dark mode com podium + donut + cards]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NO FRONT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4 rodando em happy-dom (~2x mais rapido que jsdom) + cobertura V8 com lcov pro SonarCloud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testes em 19 arquivos — components, context, hooks, lib, providers, services (app/** sera coberto por Playwright)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Helper renderWithProviders injeta NextIntlClientProvider (pt-BR + 9 namespaces), AntdProvider e AuthProvider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Mocks reutilizaveis em src/__tests__/mocks/: api.ts (axios), localStorage.ts, router.ts (next/navigation)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Filosofia: testar comportamento (clica botao -&gt; dispara axios.post correto), nao implementacao (state interno)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terminal com o coverage report mostrando ~94%]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2377440"/>
            <a:ext cx="114574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Silva Guligurski  •  slides 13-19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BACK-END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Fastify 5 + Sequelize 6 + MySQL 8 + i18next (com paridade pt-BR/en) + @fastify/jwt + @fastify/websocket 11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Fastify e nao Express: ~2x mais rapido (find-my-way + serializacao via schema), plugin system com encapsulamento real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Schema das rotas serve para validacao E para o Swagger automaticamente — sem duplicacao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Modulos por dominio em src/modules/: auth, equipe, mercado, partida, ranking, simulador, reports, matchmaking, admin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simulacao isolado (modulo simulador/) sem I/O nem DB — recebe DTOs e retorna resultado, testavel com vi.fn() como RNG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PADROES DE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nas disputas: cada tipo de evento (gol, passe, defesa, recuo RN011, break RN007) e uma estrategia trocavel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nos testes: fabricas de Team, Athlete, Match deixam suites legiveis e independentes do schema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ErrorHandler global em src/plugins/errorHandler.ts: uma ServiceError tipada por modulo (RodadaServiceError, EquipeServiceError, MercadoServiceError, MatchmakingError, ItemServiceError, ReportsServiceError, etc) — base ServiceError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consistente: { error: { code, message } } traduzido via i18next baseado no Accept-Language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Strategy: trocar disputa nova vira adicionar arquivo + registrar — sem mexer no engine principal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NO BACK-END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i18next-fs-backend carrega 10 namespaces de src/i18n/locales/{pt-BR,en}/*.json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Namespaces: auth, common, equipe, itens, mercado, partida, ranking, simulador, abilities + swagger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le Accept-Language da request e decora request.i18n.t — keys tipo equipe.errors.athlete_not_found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yarn i18n:check valida paridade — CI quebra se faltar uma chave em pt-BR ou en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i18n alimenta as descricoes do Swagger (swagger.json por locale) — UI muda de idioma com o Accept-Language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100%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rota tem schema { tags, summary, description, body, response } convertido em OpenAPI 3.0 pelo @fastify/swagger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 compartilhados em src/plugins/swagger.schemas.ts registrados via app.addSchema() e referenciados por $ref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(summaries, descriptions) externalizados em src/i18n/locales/&lt;locale&gt;/swagger.json — UI muda de idioma com Accept-Language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/ws/battle/:matchId nao aparece na UI (limitacao OpenAPI 3.0) — documentado na tag WebSocket e na descricao do POST /match/play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publica: https://autosoccer-api-production.up.railway.app/docs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do /docs em producao com rotas agrupadas por tag: Auth, Athletes, Team, Market, Match, Ranking, Admin]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COM 2 PERMISSOES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Payload com 3 claims: { id, nickname, role } — role e enum 'user' | 'admin'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@fastify/jwt decora request.user apos validar a assinatura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Middlewares em auth.middleware.ts: requireAuth (qualquer logado) e requireRole('admin') (so admin)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admin-only: GET /admin/users + os 3 relatorios em /admin/reports (slide 18)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Contas admin so sao criadas direto no banco (sem rota publica de promocao) — decisao de seguranca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indevido retorna 403 FORBIDDEN com mensagem traduzida via i18next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PROCEDURES + RELATORIOS GERENCIAIS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procedures criadas via migration reversivel (20260610220000-create-reports-stored-procedures.cjs):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sp_get_top_athletes_by_role(role, limit) — top atletas por posicao ordenados por poder bruto (attack + defense + velocity)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sp_team_power_ranking(limit) — ranking de equipes pelo somatorio do poder + metricas de campanha (vitorias, derrotas, trofeus)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sp_market_overview() — visao agregada do mercado: totais, breakdown por tier e por posicao (emite 3 SELECTs em sequencia)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procedure: agregacao pesada (JOINs + GROUP BY) e mais rapida no MySQL do que trazer dados brutos pro Node e agregar em memoria; ainda permite tunar indices sem deploy de aplicacao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resultado de sp_get_top_athletes_by_role via Swagger ou curl]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NO 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 testes em 22 arquivos — Vitest 4 com fake timers para o motor de simulacao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~84% (lcov enviado pro SonarCloud no CI)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 de integration sobem MySQL via Docker Compose e rodam migrations antes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simulacao testado deterministicamente: processarRodada(team, opp, { random: vi.fn().mockReturnValue(0.5) })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Factories de Team, Athlete e Item deixam suites legiveis sem repetir setup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terminal com coverage report mostrando ~84%]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2377440"/>
            <a:ext cx="114574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Bruno e Silva  •  slides 21-26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9731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ID1.3, ID1.4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Conventional Commits em pt-BR sem acentos: feat, fix, chore, docs, refactor, test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Branches por workstream: tipo/ws-XX-&lt;slug&gt; + integration branch antes do merge na main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Husky + commitlint validam mensagem local; CI valida formato + testes + lint + typecheck antes do merge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Co-Authored-By desde a Sprint 4 (decisao do grupo)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Convencao documentada em server/CONTRIBUTING.md e front/AGENTS.md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git log --oneline mostrando o padrao dos commits]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UML: CLASSES, SEQUENCIA E ATIVIDADE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classes em server/docs/diagrams/classes.md: User, Team, Athlete, Item, TeamSnapshot, Campaign + relacoes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 de login JWT (seq-login.md): Front -&gt; Fastify -&gt; auth.service -&gt; DB -&gt; resposta com token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 de jogar rodada (seq-jogar-rodada.md): POST /match/play -&gt; rodada.service -&gt; simulador -&gt; matchmaking -&gt; snapshot -&gt; WebSocket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da campanha (atividade-campanha.md): start -&gt; mercado -&gt; aplicar itens -&gt; jogar rodada -&gt; repete -&gt; finaliza/desiste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em Mermaid (renderiza direto no GitHub, fontes versionados no repo)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diagrama de classes renderizado no GitHub]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0:50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BDD + USER STORIES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features Gherkin em server/docs/features/: autenticacao.feature, mercado.feature, batalha.feature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feature tem cenarios Dado / Quando / Entao cobrindo happy path E erros (credenciais invalidas, saldo insuficiente)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user stories em server/docs/user-stories.md no formato 'Como X, quero Y, para Z' com criterios de aceite e DoD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tem IDs (US-01..US-03) referenciados na descricao da branch e do commit (feat(ws-04): US-02 ...)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correspondente tem describe('US-02 - mercado', ...) — fecha o ciclo de rastreabilidade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de uma feature Gherkin real renderizada no GitHub]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COM GITHUB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ci-pr.yml: roda em todo PR — lint + typecheck + i18n parity + test:coverage + build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ci-main.yml: roda no push em main — mesmos jobs + envia coverage pro SonarCloud + tag staging-YYYYMMDD-&lt;sha&gt;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e server tem workflows espelhados, com NEXT_PUBLIC_API_URL e env vars de teste pre-definidas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uploadado como artifact + comentario automatico no PR com tabela de Lines/Branches/Functions/Statements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protection: PR com gate vermelho nao mergeada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de um run verde do workflow com todos os jobs]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solidFill>
            <a:srgbClr val="F97316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ID1.4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 + UPTIMEROBOT + HEALTHCHECK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SonarCloud conectado aos 2 repos via GitHub App — CI envia coverage/lcov.info apos os testes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gate: cobertura nova &gt;= 80%, zero bugs criticos, zero vulnerabilidades, debt ratio &lt; 5%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UptimeRobot monitora /health a cada 5 minutos + SSL com alerta 7 dias antes de expirar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 real: GET https://autosoccer-api-production.up.railway.app/health -&gt; 200 { status: 'ok', timestamp }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configurado com projectRoot: './' no provider V8 — paths relativos batem com sonar.sources=src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dashboard SonarCloud com badge no README + uptime do UptimeRobot]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0:30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48672" y="292608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RAILWAY + VERCEL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75564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10817352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no Railway: Nixpacks como builder + plugin MySQL nativo no mesmo projeto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na Vercel: auto-deploy via GitHub App, preview por PR + producao no main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Command no Railway: 'npm run db:migrate &amp;&amp; node dist/index.js' — migration roda antes do server subir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URLs publicas: autosoccer-api-production.up.railway.app + autosoccer.vercel.app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por ambiente + secrets nunca commitados (Sequelize com sync: false)</a:t>
            </a:r>
            <a:endParaRPr lang="en-US" sz="1600" dirty="0"/>
          </a:p>
          <a:p>
            <a:pPr algn="l" marL="228600" indent="-228600">
              <a:spcAft>
                <a:spcPts val="1000"/>
              </a:spcAft>
              <a:buSzPct val="100000"/>
              <a:buChar char="▪"/>
            </a:pPr>
            <a:r>
              <a:rPr lang="en-US" sz="1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[Print do painel do Railway com o service + plugin MySQL ativos]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B — 0:40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AO VIVO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minutos cronometrados — Lucas S dirige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30352" y="1938528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94560"/>
            <a:ext cx="1063447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0:00–0:30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 + LanguageSwitcher (PT -&gt; EN -&gt; PT)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0:30–1:00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convidado + toggle de dark mode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1:00–2:00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Mercado: comprar 2 atletas + 1 item, drag pro campo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2:00–3:00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Jogar 1 rodada completa (animacao da bola + logs verticais)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3:00–3:30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de fim de rodada -&gt; voltar ao menu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3:30–4:00 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com dashboard de graficos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553212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B: screenshots de backup + video gravado (ver ROTEIRO_DEMO.md)  •  Indicadores: tudo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S dirige — 4:00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111831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NUMEROS FINAIS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0352" y="1371600"/>
            <a:ext cx="2011680" cy="8229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75+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21792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43784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3784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843784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65776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~84%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65776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back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87768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87768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~94%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287768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front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509760" y="1783080"/>
            <a:ext cx="2057400" cy="1417320"/>
          </a:xfrm>
          <a:prstGeom prst="rect">
            <a:avLst/>
          </a:prstGeom>
          <a:solidFill>
            <a:srgbClr val="1F2937"/>
          </a:solidFill>
          <a:ln w="381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0" y="192024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509760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333756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testes front (19 arquivos) + 204 testes back (22 arquivos) — Vitest 4 em ambos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3794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LICOES APRENDIDAS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full-stack desde a Sprint 1 economizou retrofit caro de namespaces e paridade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estrito (lint + typecheck + test + i18n parity) pegou bugs antes de virarem incidente em prod</a:t>
            </a:r>
            <a:endParaRPr lang="en-US" sz="1400" dirty="0"/>
          </a:p>
          <a:p>
            <a:pPr marL="228600" indent="-228600">
              <a:buSzPct val="100000"/>
              <a:buChar char="▪"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definida no inicio (Server Components, JSON Schema, ServiceError por modulo) evitou refactor depois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138160" y="3977640"/>
            <a:ext cx="3291840" cy="1554480"/>
          </a:xfrm>
          <a:prstGeom prst="rect">
            <a:avLst/>
          </a:prstGeom>
          <a:solidFill>
            <a:srgbClr val="F97316"/>
          </a:solidFill>
          <a:ln w="381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97764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spc="300" kern="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— 1:00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02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PUCPR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AutoSoccer — Apresentacao Final 2026/1</dc:title>
  <dc:subject>Experiencia Criativa: Projetando Sistemas de Informacao</dc:subject>
  <dc:creator>Equipe AutoSoccer</dc:creator>
  <cp:lastModifiedBy>Equipe AutoSoccer</cp:lastModifiedBy>
  <cp:revision>1</cp:revision>
  <dcterms:created xsi:type="dcterms:W3CDTF">2026-06-20T18:19:22Z</dcterms:created>
  <dcterms:modified xsi:type="dcterms:W3CDTF">2026-06-20T18:19:22Z</dcterms:modified>
</cp:coreProperties>
</file>
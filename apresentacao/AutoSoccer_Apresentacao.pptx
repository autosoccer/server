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ADE_DARK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Shape 1"/>
          <p:cNvSpPr/>
          <p:nvPr/>
        </p:nvSpPr>
        <p:spPr>
          <a:xfrm>
            <a:off x="11686032" y="237744"/>
            <a:ext cx="164592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0" y="438912"/>
            <a:ext cx="164592" cy="1645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6327648"/>
            <a:ext cx="11183112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ADE_SECTION">
    <p:bg>
      <p:bgPr>
        <a:solidFill>
          <a:srgbClr val="F97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029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274320" cy="2743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280160"/>
            <a:ext cx="274320" cy="2743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6" name="Shape 4"/>
          <p:cNvSpPr/>
          <p:nvPr/>
        </p:nvSpPr>
        <p:spPr>
          <a:xfrm>
            <a:off x="11365992" y="5669280"/>
            <a:ext cx="274320" cy="27432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7" name="Shape 5"/>
          <p:cNvSpPr/>
          <p:nvPr/>
        </p:nvSpPr>
        <p:spPr>
          <a:xfrm>
            <a:off x="11000232" y="5303520"/>
            <a:ext cx="274320" cy="2743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9731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[Logo / sprite arcade do AutoSoccer aqui]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1325880"/>
            <a:ext cx="11457432" cy="155448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63500" dir="2700000">
              <a:srgbClr val="C2410C">
                <a:alpha val="9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8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AUTOSOCCER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Experiencia Criativa: Projetando Sistemas de Informacao — PUCPR 2026/1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88636" y="3703320"/>
            <a:ext cx="201168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977640"/>
            <a:ext cx="1072591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Bruno e Silva</a:t>
            </a:r>
            <a:endParaRPr lang="en-US" sz="18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Stopinski da Silva</a:t>
            </a:r>
            <a:endParaRPr lang="en-US" sz="1800" dirty="0"/>
          </a:p>
          <a:p>
            <a:pPr algn="ctr"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Henrique Silva Guligurski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23/06/2026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— 0:20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 o AutoSoccer + problema e contexto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— stack, i18n, batalha, dark mode, dashboard, testes (Lucas S)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 — stack, padroes, Swagger, JWT, procedures, testes (Pedro)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 — git, UML, BDD, CI/CD, monitoring, deploy (Lucas B)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AO VIVO — 4 minutos cronometrados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Metricas finais, licoes aprendidas e perguntas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S — 0:20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 O AUTOSOCCER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 frase de elevator pitch — ex: auto-battler de futebol em que voce monta o time e assiste a IA jogar]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da tela principal / batalha aqui — print em alta resolucao, tema dark]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[Citar publico-alvo e o loop de jogo em 1 linha: mercado -&gt; escalar -&gt; batalhar -&gt; ranking]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S — 0:40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E CONTEXTO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[Qual problema de engenharia de software o projeto exercita — aplicar ES de ponta a ponta em um auto-battler]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[Por que um jogo: dominio com regras ricas (simulacao, economia, ranking) que forca arquitetura de verdade]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[Restricoes do TDE: equipe de 3, prazo da disciplina, rubrica RA1/RA2 com indicadores ID1.x/ID2.x]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 diagrama simples de contexto: front &lt;-&gt; API &lt;-&gt; MySQL — pode reusar o UML do slide 22]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— 0:40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659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2377440"/>
            <a:ext cx="114574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4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Stopinski da Silva  •  slides 6-11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9731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FRONT-END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(App Router) + React 19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antd 6 como design system base + tema arcade customizado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axios com interceptors para auth e erros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[Justificar 1 escolha em voz alta: por que Next e nao Vite/CRA]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[Mini diagrama ou print da arvore de pastas src/ aqui]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S — 0:30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 COM NEXT-INTL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Deteccao por cookie + fallback Accept-Language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Namespaces por dominio de tela (paridade pt-BR / en)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do LanguageSwitcher trocando PT -&gt; EN na mesma tela]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[Trecho de 3-5 linhas mostrando useTranslations em um componente real]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[Numero real de chaves de traducao no front]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S — 0:40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ID2.1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DA BATALHA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unificado + sidebar de logs verticais + animacao da bola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da tela de batalha aqui — momento com a bola em movimento]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[Explicar o tracker da animacao da bola em 2 frases — como segue os eventos da simulacao]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[GIF ou sequencia de 2-3 prints mostrando log + bola sincronizados]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S — 0:50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68680" cy="347472"/>
          </a:xfrm>
          <a:prstGeom prst="rect">
            <a:avLst/>
          </a:prstGeom>
          <a:solidFill>
            <a:srgbClr val="F97316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ID2.2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 + RESPONSIVIDADE + WCAG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lado a lado: mesma tela em light e dark]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[Como o tema e persistido — cookie/localStorage + token do antd]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[Resultado do audit Lighthouse/axe: score de acessibilidade real]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 exemplo concreto de contraste corrigido para WCAG AA]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S — 0:30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68680" cy="347472"/>
          </a:xfrm>
          <a:prstGeom prst="rect">
            <a:avLst/>
          </a:prstGeom>
          <a:solidFill>
            <a:srgbClr val="F97316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ID2.3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COM GRAFICOS NO RANKING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do dashboard no ranking aqui]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[Quais graficos foram feitos e qual lib (ex: antd charts / recharts)]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 onde vem os dados: endpoint(s) consumidos — citar os relatorios do slide 18]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 insight que o grafico revela — ex: distribuicao de vitorias por estrategia]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S — 0:30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NO FRONT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+ React Testing Library + helper renderWithProviders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~94% de cobertura — [confirmar numero exato do ultimo coverage]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[Numero real de testes e de arquivos de teste]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[Print do terminal com o coverage report]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 exemplo de teste interessante: ex. teste da animacao ou do i18n]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S — 0:40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659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2377440"/>
            <a:ext cx="114574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4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BACK-END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Henrique Silva Guligurski  •  slides 13-19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9731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BACK-END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Fastify 5 + Sequelize + MySQL + i18next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[Justificar 1 escolha em voz alta: por que Fastify e nao Express/Nest]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[Mini diagrama das camadas: routes -&gt; controllers -&gt; services -&gt; models]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[Versoes exatas e 1 numero de performance se houver (req/s ou p95)]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— 0:30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PADROES DE PROJETO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— engine de disputas da simulacao (cada disputa e uma estrategia)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— fabricas de dados nos testes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ErrorHandler global — erros consistentes + traduzidos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[Trecho de codigo real do Strategy: interface + 1 implementacao, max 10 linhas]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 frase: por que o padrao resolve melhor que if/else]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— 0:50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 NO BACK-END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Accept-Language na requisicao define o idioma da resposta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namespaces com paridade pt-BR / en garantida por script de check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[Print de uma mesma resposta de erro em pt-BR e en (ex: via Swagger ou curl)]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[Numero real de chaves e como o i18n:check roda no CI]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— 0:30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ID1.2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 100%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schemas centralizados + 20 rotas documentadas em ingles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do /docs aberto mostrando a lista de rotas]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[Mostrar 1 schema centralizado e como as rotas o reusam]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[Confirmar numeros: rotas e schemas no codigo atual]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— 0:40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68680" cy="347472"/>
          </a:xfrm>
          <a:prstGeom prst="rect">
            <a:avLst/>
          </a:prstGeom>
          <a:solidFill>
            <a:srgbClr val="F97316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ID2.3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COM 2 PERMISSOES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user / admin no token + guard por rota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[Diagrama curto do fluxo: login -&gt; token com role -&gt; middleware -&gt; 403 ou 200]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[Print de uma rota admin negando um user comum (403 traduzido)]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[Quais rotas sao admin-only — listar as reais]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— 0:30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68680" cy="347472"/>
          </a:xfrm>
          <a:prstGeom prst="rect">
            <a:avLst/>
          </a:prstGeom>
          <a:solidFill>
            <a:srgbClr val="F97316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ID2.3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PROCEDURES + RELATORIOS GERENCIAIS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[Nomes das 3 procedures e o que cada relatorio responde]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[Trecho SQL de 1 procedure — a mais interessante, max 12 linhas]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[Print do resultado de 1 relatorio (tabela ou grafico do slide 10)]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[Por que procedure e nao query no ORM — 1 frase de justificativa]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— 0:50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ID2.2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NO BACK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 testes, ~84% de cobertura — [confirmar numeros do ultimo coverage]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suites de integracao (rotas reais + banco)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[Print do terminal com coverage report do back]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 exemplo: teste de integracao da batalha ou do JWT]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[Como as Factories (slide 14) deixam os testes legiveis]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 — 0:40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659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6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2377440"/>
            <a:ext cx="1145743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4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INFRAESTRUTURA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Bruno e Silva  •  slides 21-26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9731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ID1.3, ID1.4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Commits em pt-BR sem acentos (feat, fix, chore, docs, refactor, test)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por workstream: feat/ws-XX-&lt;slug&gt; + integration branch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[Print do git log --oneline mostrando o padrao dos commits]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[Print do network graph ou da lista de branches no GitHub]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[Numero real de commits e de branches mergeadas]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B — 0:40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68680" cy="347472"/>
          </a:xfrm>
          <a:prstGeom prst="rect">
            <a:avLst/>
          </a:prstGeom>
          <a:solidFill>
            <a:srgbClr val="F97316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ID1.2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UML: CLASSES, SEQUENCIA E ATIVIDADE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[Diagrama de classes do dominio (Team, Athlete, Match...) — export legivel]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[Diagrama de sequencia de 1 fluxo: ex. jogar uma rodada]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[Diagrama de atividade do loop de jogo]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[Ferramenta usada (PlantUML/Mermaid/draw.io) e onde os fontes ficam no repo]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B — 0:50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68680" cy="347472"/>
          </a:xfrm>
          <a:prstGeom prst="rect">
            <a:avLst/>
          </a:prstGeom>
          <a:solidFill>
            <a:srgbClr val="F97316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ID1.1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BDD + USER STORIES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[Quantas user stories e quantas features .feature foram escritas]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[Mostrar 1 feature Gherkin real: Dado / Quando / Entao — max 8 linhas]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[Como as stories mapeiam para os workstreams do kanban]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[Print do GitHub Projects com as stories organizadas]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B — 0:40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ID1.4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COM GITHUB ACTIONS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Pipeline: lint + typecheck + i18n check + test + build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 de um run verde do workflow com os 5 jobs]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[Tempo medio do pipeline e o que bloqueia merge]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 caso real em que o CI pegou um erro antes do merge]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B — 0:30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868680" cy="347472"/>
          </a:xfrm>
          <a:prstGeom prst="rect">
            <a:avLst/>
          </a:prstGeom>
          <a:solidFill>
            <a:srgbClr val="F97316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ID1.4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SONAR + UPTIMEROBOT + HEALTHCHECK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[Print do dashboard SonarCloud: bugs, code smells, duplicacao, rating]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[Print do UptimeRobot: uptime % com ping no /health a cada 5 min]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[Mostrar a resposta real do endpoint /health]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 issue do Sonar que foi corrigida — antes/depois]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B — 0:30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48672" y="29260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ID2.4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NO RENDER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75564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57400"/>
            <a:ext cx="10817352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 via render.yaml + MySQL externo (Railway)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 por ambiente + secrets com sync: false (nunca commitados)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[URLs publicas reais do front e da API]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[Diagrama curto: GitHub -&gt; Actions -&gt; Render -&gt; Railway]</a:t>
            </a:r>
            <a:endParaRPr lang="en-US" sz="1600" dirty="0"/>
          </a:p>
          <a:p>
            <a:pPr algn="l"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[Print do painel do Render com os 2 servicos no ar]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B — 0:40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77724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AO VIVO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minutos cronometrados — Lucas S dirige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0352" y="1938528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94560"/>
            <a:ext cx="1063447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0:00–0:30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+ LanguageSwitcher (PT -&gt; EN -&gt; PT)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0:30–1:00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convidado + toggle de dark mode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1:00–2:00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Mercado: comprar 2 atletas + 1 item, drag pro campo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2:00–3:00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Jogar 1 rodada completa (animacao da bola + logs verticais)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3:00–3:30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de fim de rodada -&gt; voltar ao menu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 3:30–4:00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 com dashboard de graficos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5532120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B: screenshots de backup + video gravado (ver ROTEIRO_DEMO.md)  •  Indicadores: tudo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S dirige — 4:00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NUMEROS FINAIS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30352" y="1371600"/>
            <a:ext cx="201168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" y="1783080"/>
            <a:ext cx="2057400" cy="1417320"/>
          </a:xfrm>
          <a:prstGeom prst="rect">
            <a:avLst/>
          </a:prstGeom>
          <a:solidFill>
            <a:srgbClr val="1F2937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9202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21792" y="26517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43784" y="1783080"/>
            <a:ext cx="2057400" cy="1417320"/>
          </a:xfrm>
          <a:prstGeom prst="rect">
            <a:avLst/>
          </a:prstGeom>
          <a:solidFill>
            <a:srgbClr val="1F2937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43784" y="19202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843784" y="26517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65776" y="1783080"/>
            <a:ext cx="2057400" cy="1417320"/>
          </a:xfrm>
          <a:prstGeom prst="rect">
            <a:avLst/>
          </a:prstGeom>
          <a:solidFill>
            <a:srgbClr val="1F2937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65776" y="19202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~84%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065776" y="26517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back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87768" y="1783080"/>
            <a:ext cx="2057400" cy="1417320"/>
          </a:xfrm>
          <a:prstGeom prst="rect">
            <a:avLst/>
          </a:prstGeom>
          <a:solidFill>
            <a:srgbClr val="1F2937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87768" y="19202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~94%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287768" y="26517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front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509760" y="1783080"/>
            <a:ext cx="2057400" cy="1417320"/>
          </a:xfrm>
          <a:prstGeom prst="rect">
            <a:avLst/>
          </a:prstGeom>
          <a:solidFill>
            <a:srgbClr val="1F2937"/>
          </a:solidFill>
          <a:ln w="381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0" y="192024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509760" y="26517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workstreams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3337560"/>
            <a:ext cx="10634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[Atualizar com os numeros finais reais na vespera: commits, testes, cobertura]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LICOES APRENDIDAS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160520"/>
            <a:ext cx="6949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[Licao 1 — ex: i18n desde o inicio custa menos que retrofit]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▪"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[Licao 2 — ex: CI estrito salvou a integration branch]</a:t>
            </a:r>
            <a:endParaRPr lang="en-US" sz="1400" dirty="0"/>
          </a:p>
          <a:p>
            <a:pPr marL="228600" indent="-228600">
              <a:buSzPct val="100000"/>
              <a:buChar char="▪"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[Licao 3 — 1 por integrante, combinar antes do dry run]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38160" y="3977640"/>
            <a:ext cx="3291840" cy="1554480"/>
          </a:xfrm>
          <a:prstGeom prst="rect">
            <a:avLst/>
          </a:prstGeom>
          <a:solidFill>
            <a:srgbClr val="F97316"/>
          </a:solidFill>
          <a:ln w="381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397764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02920" y="64008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— 1:00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20272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PUCPR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AutoSoccer — Apresentacao Final 2026/1</dc:title>
  <dc:subject>Experiencia Criativa: Projetando Sistemas de Informacao</dc:subject>
  <dc:creator>Equipe AutoSoccer</dc:creator>
  <cp:lastModifiedBy>Equipe AutoSoccer</cp:lastModifiedBy>
  <cp:revision>1</cp:revision>
  <dcterms:created xsi:type="dcterms:W3CDTF">2026-06-11T00:32:22Z</dcterms:created>
  <dcterms:modified xsi:type="dcterms:W3CDTF">2026-06-11T00:32:22Z</dcterms:modified>
</cp:coreProperties>
</file>